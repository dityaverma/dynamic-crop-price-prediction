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7" r:id="rId6"/>
    <p:sldId id="309" r:id="rId7"/>
    <p:sldId id="263" r:id="rId8"/>
    <p:sldId id="310" r:id="rId9"/>
    <p:sldId id="311" r:id="rId10"/>
    <p:sldId id="316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11/13/2025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3873910"/>
          </a:xfrm>
        </p:spPr>
        <p:txBody>
          <a:bodyPr anchor="ctr"/>
          <a:lstStyle/>
          <a:p>
            <a:r>
              <a:rPr lang="en-US" dirty="0"/>
              <a:t>Dynamic Crop</a:t>
            </a:r>
            <a:br>
              <a:rPr lang="en-US" dirty="0"/>
            </a:br>
            <a:r>
              <a:rPr lang="en-US" dirty="0"/>
              <a:t> Price Prediction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D92548-DC9B-E420-6439-F75EEA220098}"/>
              </a:ext>
            </a:extLst>
          </p:cNvPr>
          <p:cNvSpPr txBox="1"/>
          <p:nvPr/>
        </p:nvSpPr>
        <p:spPr>
          <a:xfrm>
            <a:off x="4390103" y="3864980"/>
            <a:ext cx="3411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Supervisor: Dr. Sushmita Das</a:t>
            </a:r>
            <a:br>
              <a:rPr lang="en-US" b="1" dirty="0"/>
            </a:br>
            <a:r>
              <a:rPr lang="en-US" b="1" dirty="0"/>
              <a:t>School of CSE&amp;T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AD4A8-F9DF-69C1-BDD9-C263BD5613B5}"/>
              </a:ext>
            </a:extLst>
          </p:cNvPr>
          <p:cNvSpPr txBox="1"/>
          <p:nvPr/>
        </p:nvSpPr>
        <p:spPr>
          <a:xfrm>
            <a:off x="8293507" y="5628968"/>
            <a:ext cx="51471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Anirban Boral – S24CSEU1760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Aditya Verma – S24CSEU1761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Vatsal Rajwar – S24CSEU1767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sz="6000" dirty="0"/>
              <a:t>Problem Statement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074356"/>
              </p:ext>
            </p:extLst>
          </p:nvPr>
        </p:nvGraphicFramePr>
        <p:xfrm>
          <a:off x="6813755" y="1297858"/>
          <a:ext cx="5378245" cy="4807975"/>
        </p:xfrm>
        <a:graphic>
          <a:graphicData uri="http://schemas.openxmlformats.org/drawingml/2006/table">
            <a:tbl>
              <a:tblPr firstRow="1" bandRow="1"/>
              <a:tblGrid>
                <a:gridCol w="5378245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96159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Agricultural markets face </a:t>
                      </a:r>
                      <a:r>
                        <a:rPr lang="en-US" sz="2400" b="1" dirty="0"/>
                        <a:t>high price volatility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6159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Farmers struggle to estimate the right time to </a:t>
                      </a:r>
                      <a:r>
                        <a:rPr lang="en-US" sz="2400" b="1" dirty="0"/>
                        <a:t>sell or store crops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38897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Price fluctuations happen due to </a:t>
                      </a:r>
                      <a:r>
                        <a:rPr lang="en-US" sz="2400" b="1" dirty="0"/>
                        <a:t>weather changes, market demand, supply gaps</a:t>
                      </a:r>
                      <a:r>
                        <a:rPr lang="en-US" sz="2400" dirty="0"/>
                        <a:t>, etc.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6159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Lack of accurate prediction tools leads to </a:t>
                      </a:r>
                      <a:r>
                        <a:rPr lang="en-US" sz="2400" b="1" dirty="0"/>
                        <a:t>financial losses</a:t>
                      </a:r>
                      <a:r>
                        <a:rPr lang="en-US" sz="2400" dirty="0"/>
                        <a:t> and </a:t>
                      </a:r>
                      <a:r>
                        <a:rPr lang="en-US" sz="2400" b="1" dirty="0"/>
                        <a:t>poor planning</a:t>
                      </a:r>
                      <a:r>
                        <a:rPr lang="en-US" sz="2400" dirty="0"/>
                        <a:t>.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53422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7084"/>
            <a:ext cx="7534656" cy="914400"/>
          </a:xfrm>
        </p:spPr>
        <p:txBody>
          <a:bodyPr/>
          <a:lstStyle/>
          <a:p>
            <a:r>
              <a:rPr lang="en-IN" sz="5400" dirty="0"/>
              <a:t>Proposed Solution</a:t>
            </a:r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E0A462-3D1C-01B6-667B-166ED1C0D73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400" y="1842642"/>
            <a:ext cx="75346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learning-based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predict crop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historical market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weather parameters,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farmers and policymakers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dynamic, real-time predictions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Web-based dashboard for easy access and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245" y="344233"/>
            <a:ext cx="6007510" cy="877332"/>
          </a:xfrm>
        </p:spPr>
        <p:txBody>
          <a:bodyPr anchor="b"/>
          <a:lstStyle/>
          <a:p>
            <a:r>
              <a:rPr lang="en-IN" b="1" dirty="0"/>
              <a:t>Goals &amp; Objectives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C8686B-C727-6468-FC41-9534AB8589B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814741" y="1774162"/>
            <a:ext cx="856251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 crop prices with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accuracy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 farmers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financial risks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transparency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a system that can be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multiple crops and regions.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Assist policymakers in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supply and distribution planning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Technology Used-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5870448"/>
            <a:ext cx="4576953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BF286C-3827-2DDC-CC8B-409A62067FBA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914400" y="2474656"/>
            <a:ext cx="778488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Programming Language: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Libraries: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Pandas, NumPy, Scikit-learn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Streamlit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Used: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Linear Regression,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Tools: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Jupyter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Dataset: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Agricultural price data 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19" y="914401"/>
            <a:ext cx="10360152" cy="914400"/>
          </a:xfrm>
        </p:spPr>
        <p:txBody>
          <a:bodyPr/>
          <a:lstStyle/>
          <a:p>
            <a:r>
              <a:rPr lang="en-IN" sz="5400" dirty="0"/>
              <a:t>Methodology</a:t>
            </a:r>
            <a:endParaRPr lang="en-US" sz="5400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5604386"/>
            <a:ext cx="6537960" cy="33921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9BB0-61DA-FC0B-2C33-6949C1EEFB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24919" y="1946878"/>
            <a:ext cx="107251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Historical crop price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Cleaning: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 missing values, outliers, normalize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Engineering: </a:t>
            </a:r>
            <a:r>
              <a:rPr lang="en-US" altLang="en-US" sz="3200" dirty="0"/>
              <a:t>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egion, Market, Commodity and it’s varieties</a:t>
            </a:r>
            <a:endParaRPr lang="en-US" alt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		</a:t>
            </a:r>
            <a:r>
              <a:rPr lang="en-US" altLang="en-US" sz="3200" dirty="0"/>
              <a:t>  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demand trend.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Training: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ML model (Linear Regression, </a:t>
            </a:r>
            <a:r>
              <a:rPr lang="en-US" altLang="en-US" sz="3200" dirty="0" err="1"/>
              <a:t>XGBoost</a:t>
            </a:r>
            <a:r>
              <a:rPr lang="en-US" altLang="en-US" sz="3200" dirty="0"/>
              <a:t>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Evaluation: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RMSE, R²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Visualization of predicted vs actual prices.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Future Prospects</a:t>
            </a:r>
            <a:endParaRPr lang="en-US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51923" y="5879804"/>
            <a:ext cx="2163293" cy="895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CCF36-2462-FD5A-055E-B12109E0D0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89645" y="6647933"/>
            <a:ext cx="6949440" cy="255539"/>
          </a:xfrm>
        </p:spPr>
        <p:txBody>
          <a:bodyPr>
            <a:normAutofit fontScale="70000" lnSpcReduction="20000"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0B7448D-C066-A88E-414C-5B554AC83CC0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914400" y="2666050"/>
            <a:ext cx="972410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satellite data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improved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application for rural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live weather API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news sentiment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Multi-language support (Hindi/regional languages).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government e-market portals.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497" y="521109"/>
            <a:ext cx="5641848" cy="5029200"/>
          </a:xfrm>
        </p:spPr>
        <p:txBody>
          <a:bodyPr/>
          <a:lstStyle/>
          <a:p>
            <a:br>
              <a:rPr lang="en-US" dirty="0"/>
            </a:br>
            <a:r>
              <a:rPr lang="en-US" sz="6600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 flipV="1">
            <a:off x="7635437" y="6159910"/>
            <a:ext cx="3867912" cy="698090"/>
          </a:xfrm>
        </p:spPr>
        <p:txBody>
          <a:bodyPr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{5886DC9F-7A9E-4529-837E-F2568856FC65}tf11964407_win32</Template>
  <TotalTime>51</TotalTime>
  <Words>311</Words>
  <Application>Microsoft Office PowerPoint</Application>
  <PresentationFormat>Widescreen</PresentationFormat>
  <Paragraphs>50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Custom</vt:lpstr>
      <vt:lpstr>Dynamic Crop  Price Prediction</vt:lpstr>
      <vt:lpstr>Problem Statement</vt:lpstr>
      <vt:lpstr>Proposed Solution</vt:lpstr>
      <vt:lpstr>Goals &amp; Objectives</vt:lpstr>
      <vt:lpstr>Technology Used-</vt:lpstr>
      <vt:lpstr>Methodology</vt:lpstr>
      <vt:lpstr>Future Prospects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Vatsal Rajwar</dc:creator>
  <cp:lastModifiedBy>Anirban Boral</cp:lastModifiedBy>
  <cp:revision>6</cp:revision>
  <dcterms:created xsi:type="dcterms:W3CDTF">2025-11-13T01:13:43Z</dcterms:created>
  <dcterms:modified xsi:type="dcterms:W3CDTF">2025-11-13T04:09:53Z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